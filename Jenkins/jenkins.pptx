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9E575617-2696-41AC-945F-7BEA2B14126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288000" y="288000"/>
            <a:ext cx="4176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1800" spc="-1" strike="noStrike">
                <a:latin typeface="Arial"/>
              </a:rPr>
              <a:t>Advantage:</a:t>
            </a:r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360000" y="792000"/>
            <a:ext cx="8352000" cy="513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1500" spc="-1" strike="noStrike">
                <a:latin typeface="Arial"/>
              </a:rPr>
              <a:t>- Continous integration and continuous delivery functionality </a:t>
            </a:r>
            <a:endParaRPr b="0" lang="en-IN" sz="1500" spc="-1" strike="noStrike">
              <a:latin typeface="Arial"/>
            </a:endParaRPr>
          </a:p>
          <a:p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LibreOffice/6.4.6.2$Linux_X86_64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2021-04-13T18:53:12Z</dcterms:created>
  <dc:creator/>
  <dc:description/>
  <dc:language>en-IN</dc:language>
  <cp:lastModifiedBy/>
  <dcterms:modified xsi:type="dcterms:W3CDTF">2021-04-13T19:26:27Z</dcterms:modified>
  <cp:revision>2</cp:revision>
  <dc:subject/>
  <dc:title/>
</cp:coreProperties>
</file>